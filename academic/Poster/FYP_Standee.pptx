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116800" cy="502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0" cy="50292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9202400" cy="105156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ki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0" y="50292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"/>
            <a:ext cx="17739360" cy="5257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1A47"/>
                </a:solidFill>
                <a:latin typeface="Segoe UI Semibold"/>
              </a:rPr>
              <a:t>GHULAM ISHAQ KHAN INSTITUTE OF ENGINEERING SCIENCES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2980"/>
            <a:ext cx="17739360" cy="5257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B4E8C"/>
                </a:solidFill>
                <a:latin typeface="Segoe UI Semibold"/>
              </a:rPr>
              <a:t>FACULTY OF ELECTRICAL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9202400" cy="2926080"/>
          </a:xfrm>
          <a:prstGeom prst="roundRect">
            <a:avLst>
              <a:gd name="adj" fmla="val 2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9202400" cy="2926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Segoe UI Black"/>
              </a:rPr>
              <a:t>SMART ATTENDANCE SYSTEM</a:t>
            </a:r>
          </a:p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Segoe UI Black"/>
              </a:rPr>
              <a:t>USING FACIAL IMAGE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920240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920240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 Semibold"/>
              </a:rPr>
              <a:t>  ABSTRACT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32120"/>
            <a:ext cx="192024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60720"/>
            <a:ext cx="18562320" cy="3931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1E1E2E"/>
                </a:solidFill>
                <a:latin typeface="Segoe UI"/>
              </a:rPr>
              <a:t>This project replaces manual classroom attendance with a single classroom photograph. A teacher uploads the image via a web dashboard; the system detects every face using MTCNN with a RetinaFace fallback, filters low-quality crops, embeds each face with FaceNet (512-d) followed by a learned 128-d projection head, and matches the embeddings against an enrollment store using minimum L2 distance with an SVM confirmation layer. The pipeline reaches 86% recognition on unseen classroom photos while processing each image in 1–5 seconds on commodity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0287000"/>
            <a:ext cx="946404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0287000"/>
            <a:ext cx="946404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10287000"/>
            <a:ext cx="946404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0287000"/>
            <a:ext cx="946404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0972800"/>
            <a:ext cx="946404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1201400"/>
            <a:ext cx="8915400" cy="4526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Eliminate roll call from classroom lectures.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Reduce proxy / fraudulent attendance.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Deliver auditable attendance records.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Run on-premises with zero recurring cost.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Preserve student privacy — no raw photos stored.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10972800"/>
            <a:ext cx="946404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2161501"/>
            <a:ext cx="9098280" cy="260607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57200" y="16322040"/>
            <a:ext cx="946404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322040"/>
            <a:ext cx="946404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6322040"/>
            <a:ext cx="946404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16322040"/>
            <a:ext cx="946404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KEY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7007840"/>
            <a:ext cx="94640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7236440"/>
            <a:ext cx="8915400" cy="3977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University lectures &amp; tutorials.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Examination hall attendance &amp; identity verification.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Event / workshop registration checks.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Seminar &amp; guest-lecture tracking.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2E"/>
                </a:solidFill>
                <a:latin typeface="Segoe UI"/>
              </a:rPr>
              <a:t>▸ Faculty-level analytics on absenteeism trends.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7007840"/>
            <a:ext cx="94640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9880" y="17236440"/>
            <a:ext cx="8915400" cy="3977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Python 3 — FastAPI, TensorFlow, OpenCV, scikit-learn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FaceNet (keras_facenet), MTCNN, RetinaFace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Custom projection head (triplet loss, 128-d)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Node.js + Express + TypeScript + Prisma ORM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React 18 + Vite + TypeScript (frontend)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SQLite (development), PostgreSQL-ready (production)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Nginx + Let's Encrypt + systemd (deployment)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1808440"/>
            <a:ext cx="1920240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1808440"/>
            <a:ext cx="1920240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 Semibold"/>
              </a:rPr>
              <a:t>  SYSTEM ARCHITECTURE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2494240"/>
            <a:ext cx="19202400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406" y="22768560"/>
            <a:ext cx="9047988" cy="53949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57200" y="28803600"/>
            <a:ext cx="1920240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8803600"/>
            <a:ext cx="1920240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 Semibold"/>
              </a:rPr>
              <a:t>  RESULTS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9489400"/>
            <a:ext cx="8641080" cy="5669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9580840"/>
            <a:ext cx="4229100" cy="17830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226760"/>
            <a:ext cx="42291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Recognition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7740" y="29580840"/>
            <a:ext cx="4229100" cy="17830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243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7740" y="31226760"/>
            <a:ext cx="42291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Faces evaluated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2324040"/>
            <a:ext cx="4229100" cy="17830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113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3969960"/>
            <a:ext cx="42291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Students enrolled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7740" y="32324040"/>
            <a:ext cx="4229100" cy="178308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1–5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7740" y="33969960"/>
            <a:ext cx="42291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Per-photo latency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29489400"/>
            <a:ext cx="10287000" cy="5669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_accur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30288914"/>
            <a:ext cx="9921240" cy="407025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57200" y="35524440"/>
            <a:ext cx="19202400" cy="59436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5524440"/>
            <a:ext cx="19202400" cy="59436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 Semibold"/>
              </a:rPr>
              <a:t>  CONCLUSION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6210240"/>
            <a:ext cx="19202400" cy="3108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36484560"/>
            <a:ext cx="18562320" cy="2560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400" b="0" i="0">
                <a:solidFill>
                  <a:srgbClr val="1E1E2E"/>
                </a:solidFill>
                <a:latin typeface="Segoe UI"/>
              </a:rPr>
              <a:t>The Smart Attendance System demonstrates that a single classroom photograph, processed by an on-premises deep-learning pipeline, is a practical replacement for manual roll call. The design is privacy-respecting (no raw images stored), cost-free to operate (open-source stack on a free-tier VM), and ships with a teacher-review step that guards against residual recognition errors.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9684960"/>
            <a:ext cx="19202400" cy="594360"/>
          </a:xfrm>
          <a:prstGeom prst="roundRect">
            <a:avLst>
              <a:gd name="adj" fmla="val 2000"/>
            </a:avLst>
          </a:prstGeom>
          <a:solidFill>
            <a:srgbClr val="86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39684960"/>
            <a:ext cx="19202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Built at GIK Institute  •  Faculty of Electrical Engineering  •  Senior Design Project 2025-26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0507920"/>
            <a:ext cx="11521440" cy="9326880"/>
          </a:xfrm>
          <a:prstGeom prst="roundRect">
            <a:avLst>
              <a:gd name="adj" fmla="val 2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059936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A261"/>
                </a:solidFill>
                <a:latin typeface="Segoe UI Semibold"/>
              </a:rPr>
              <a:t>GROUP MEMBERS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1010840"/>
            <a:ext cx="5577840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Hassaan Ahmed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1239440"/>
            <a:ext cx="5577840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FCSE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1010840"/>
            <a:ext cx="5577840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Osaid Khan Afridi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1239440"/>
            <a:ext cx="5577840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FCSE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5354240"/>
            <a:ext cx="5577840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Saad Khan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45582840"/>
            <a:ext cx="5577840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FEE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45354240"/>
            <a:ext cx="5577840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Najaf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5582840"/>
            <a:ext cx="5577840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FEE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115800" y="40507920"/>
            <a:ext cx="7543800" cy="9326880"/>
          </a:xfrm>
          <a:prstGeom prst="roundRect">
            <a:avLst>
              <a:gd name="adj" fmla="val 2000"/>
            </a:avLst>
          </a:prstGeom>
          <a:solidFill>
            <a:srgbClr val="6B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298680" y="40599360"/>
            <a:ext cx="7178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A261"/>
                </a:solidFill>
                <a:latin typeface="Segoe UI Semibold"/>
              </a:rPr>
              <a:t>ADVISOR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98680" y="40873680"/>
            <a:ext cx="7178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Dr. Zaiwar Ali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298680" y="41330880"/>
            <a:ext cx="7178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A261"/>
                </a:solidFill>
                <a:latin typeface="Segoe UI Semibold"/>
              </a:rPr>
              <a:t>CO-ADVISOR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298680" y="41605200"/>
            <a:ext cx="7178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Dr. Arbab Abdur Rahim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